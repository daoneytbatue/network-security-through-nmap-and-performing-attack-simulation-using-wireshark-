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BB389-7F49-4E59-AD6D-D11AA81066BF}" type="datetimeFigureOut">
              <a:rPr lang="en-IN" smtClean="0"/>
              <a:t>22-11-2024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D9E52-70D2-468A-BB1B-A8A6643754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7686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BB389-7F49-4E59-AD6D-D11AA81066BF}" type="datetimeFigureOut">
              <a:rPr lang="en-IN" smtClean="0"/>
              <a:t>22-11-2024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D9E52-70D2-468A-BB1B-A8A6643754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8795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BB389-7F49-4E59-AD6D-D11AA81066BF}" type="datetimeFigureOut">
              <a:rPr lang="en-IN" smtClean="0"/>
              <a:t>22-11-2024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D9E52-70D2-468A-BB1B-A8A6643754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3619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BB389-7F49-4E59-AD6D-D11AA81066BF}" type="datetimeFigureOut">
              <a:rPr lang="en-IN" smtClean="0"/>
              <a:t>22-11-2024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D9E52-70D2-468A-BB1B-A8A6643754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3343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BB389-7F49-4E59-AD6D-D11AA81066BF}" type="datetimeFigureOut">
              <a:rPr lang="en-IN" smtClean="0"/>
              <a:t>22-11-2024</a:t>
            </a:fld>
            <a:endParaRPr lang="en-IN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D9E52-70D2-468A-BB1B-A8A6643754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7250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BB389-7F49-4E59-AD6D-D11AA81066BF}" type="datetimeFigureOut">
              <a:rPr lang="en-IN" smtClean="0"/>
              <a:t>22-11-2024</a:t>
            </a:fld>
            <a:endParaRPr lang="en-I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D9E52-70D2-468A-BB1B-A8A6643754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728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BB389-7F49-4E59-AD6D-D11AA81066BF}" type="datetimeFigureOut">
              <a:rPr lang="en-IN" smtClean="0"/>
              <a:t>22-11-2024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D9E52-70D2-468A-BB1B-A8A6643754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8479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BB389-7F49-4E59-AD6D-D11AA81066BF}" type="datetimeFigureOut">
              <a:rPr lang="en-IN" smtClean="0"/>
              <a:t>22-11-2024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D9E52-70D2-468A-BB1B-A8A6643754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9371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BB389-7F49-4E59-AD6D-D11AA81066BF}" type="datetimeFigureOut">
              <a:rPr lang="en-IN" smtClean="0"/>
              <a:t>22-11-2024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D9E52-70D2-468A-BB1B-A8A6643754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5874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BB389-7F49-4E59-AD6D-D11AA81066BF}" type="datetimeFigureOut">
              <a:rPr lang="en-IN" smtClean="0"/>
              <a:t>22-11-2024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D9E52-70D2-468A-BB1B-A8A6643754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5254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BB389-7F49-4E59-AD6D-D11AA81066BF}" type="datetimeFigureOut">
              <a:rPr lang="en-IN" smtClean="0"/>
              <a:t>22-11-2024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D9E52-70D2-468A-BB1B-A8A6643754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5720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BCBB389-7F49-4E59-AD6D-D11AA81066BF}" type="datetimeFigureOut">
              <a:rPr lang="en-IN" smtClean="0"/>
              <a:t>22-11-2024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311D9E52-70D2-468A-BB1B-A8A6643754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2947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D0433-129C-C7BA-1485-A2A477A934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Network Security through Nmap and performing MITM attack using </a:t>
            </a:r>
            <a:r>
              <a:rPr lang="en-GB" dirty="0" err="1"/>
              <a:t>Bettercap</a:t>
            </a:r>
            <a:r>
              <a:rPr lang="en-GB" dirty="0"/>
              <a:t>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714400-8569-C5AF-89CC-3712664276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15" y="4670245"/>
            <a:ext cx="7315200" cy="1254693"/>
          </a:xfrm>
        </p:spPr>
        <p:txBody>
          <a:bodyPr/>
          <a:lstStyle/>
          <a:p>
            <a:r>
              <a:rPr lang="en-GB" dirty="0"/>
              <a:t>Sparsh Roy </a:t>
            </a:r>
            <a:br>
              <a:rPr lang="en-GB" dirty="0"/>
            </a:br>
            <a:r>
              <a:rPr lang="en-GB" dirty="0"/>
              <a:t>BCA (Section A )</a:t>
            </a:r>
          </a:p>
          <a:p>
            <a:r>
              <a:rPr lang="en-GB" dirty="0"/>
              <a:t>Enrolment number:220160212005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0647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79A99-97F9-6F36-39B7-B31CD0BEC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65B17-6302-A016-9112-E8F1C4FCE9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During the time period of 11/06/2024- 11/08/2024, I was a cybersecurity  intern at </a:t>
            </a:r>
            <a:r>
              <a:rPr lang="en-GB" dirty="0" err="1"/>
              <a:t>Acmegrade</a:t>
            </a:r>
            <a:r>
              <a:rPr lang="en-GB" dirty="0"/>
              <a:t>. </a:t>
            </a:r>
          </a:p>
          <a:p>
            <a:r>
              <a:rPr lang="en-GB" dirty="0"/>
              <a:t>Undergone an intensive training program followed by a hands-on project-based internship.</a:t>
            </a:r>
          </a:p>
          <a:p>
            <a:r>
              <a:rPr lang="en-GB" dirty="0"/>
              <a:t>The project comprised of the use of </a:t>
            </a:r>
            <a:r>
              <a:rPr lang="en-GB" dirty="0" err="1"/>
              <a:t>pentesting</a:t>
            </a:r>
            <a:r>
              <a:rPr lang="en-GB" dirty="0"/>
              <a:t> tools as per today’s trend.</a:t>
            </a:r>
          </a:p>
          <a:p>
            <a:r>
              <a:rPr lang="en-GB" dirty="0"/>
              <a:t>I was also preparing for my CEHV12(Certified Ethical Hacker )  certification Exam by EC Council and was able to get certified successfully.</a:t>
            </a:r>
          </a:p>
          <a:p>
            <a:r>
              <a:rPr lang="en-GB" dirty="0"/>
              <a:t>I have also completed my CCNA(Cisco Certified </a:t>
            </a:r>
            <a:r>
              <a:rPr lang="en-GB" dirty="0" err="1"/>
              <a:t>Netowrk</a:t>
            </a:r>
            <a:r>
              <a:rPr lang="en-GB" dirty="0"/>
              <a:t> </a:t>
            </a:r>
            <a:r>
              <a:rPr lang="en-GB" dirty="0" err="1"/>
              <a:t>Asscociate</a:t>
            </a:r>
            <a:r>
              <a:rPr lang="en-GB" dirty="0"/>
              <a:t> ) 200-301 training during this time period as well</a:t>
            </a:r>
          </a:p>
          <a:p>
            <a:endParaRPr lang="en-GB" dirty="0"/>
          </a:p>
          <a:p>
            <a:endParaRPr lang="en-GB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8695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B5381-4C60-5221-71C3-35B651D60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Objectives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7B109-06AE-1F94-4C55-5B9AA5D155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Learn about the basics  of cybersecurity terms </a:t>
            </a:r>
          </a:p>
          <a:p>
            <a:r>
              <a:rPr lang="en-GB" dirty="0"/>
              <a:t>Understand the usage of the commonly used cybersecurity tools </a:t>
            </a:r>
          </a:p>
          <a:p>
            <a:r>
              <a:rPr lang="en-GB"/>
              <a:t>Get </a:t>
            </a:r>
            <a:r>
              <a:rPr lang="en-GB" dirty="0"/>
              <a:t>insights about industrial application </a:t>
            </a:r>
          </a:p>
          <a:p>
            <a:r>
              <a:rPr lang="en-GB" dirty="0"/>
              <a:t>Vulnerability assessment and penetration testing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92465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A59A0-D3D2-D402-7D71-F1B618CC5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Organization Structure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69FFCD5-B725-2ABA-1436-A33EC4F3EC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80317" y="657307"/>
            <a:ext cx="8061649" cy="4710571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E501AB-8D59-4F8D-7795-2AFAA53C9A55}"/>
              </a:ext>
            </a:extLst>
          </p:cNvPr>
          <p:cNvSpPr txBox="1"/>
          <p:nvPr/>
        </p:nvSpPr>
        <p:spPr>
          <a:xfrm>
            <a:off x="3480318" y="5533053"/>
            <a:ext cx="7557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 following flowchart shows the organization al structure of </a:t>
            </a:r>
            <a:r>
              <a:rPr lang="en-GB" dirty="0" err="1"/>
              <a:t>Acmegrade</a:t>
            </a:r>
            <a:r>
              <a:rPr lang="en-GB" dirty="0"/>
              <a:t>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803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0D0C4-A3ED-AED0-0DC7-EF255FCB9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About Network security and MITM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4F1D1-4AEA-308B-D0C5-42B4CC0EB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634482"/>
            <a:ext cx="7315200" cy="5350265"/>
          </a:xfrm>
        </p:spPr>
        <p:txBody>
          <a:bodyPr>
            <a:normAutofit/>
          </a:bodyPr>
          <a:lstStyle/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Network security is defined as the activity created to protect the integrity of your network and data.</a:t>
            </a:r>
          </a:p>
          <a:p>
            <a:r>
              <a:rPr lang="en-GB" sz="2000" dirty="0">
                <a:solidFill>
                  <a:srgbClr val="3F3F3F"/>
                </a:solidFill>
                <a:latin typeface="Open Sans"/>
                <a:ea typeface="Open Sans"/>
                <a:cs typeface="Open Sans"/>
              </a:rPr>
              <a:t>MITM generally occurs when an attacker is able to place himself in the middle of two other hosts that are communicating.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rgbClr val="3F3F3F"/>
                </a:solidFill>
                <a:latin typeface="Open Sans"/>
                <a:ea typeface="Open Sans"/>
                <a:cs typeface="Open Sans"/>
              </a:rPr>
              <a:t>The attacker can </a:t>
            </a:r>
            <a:r>
              <a:rPr lang="en-US" sz="2000" dirty="0">
                <a:solidFill>
                  <a:srgbClr val="3F3F3F"/>
                </a:solidFill>
                <a:latin typeface="Open Sans"/>
                <a:ea typeface="Open Sans"/>
                <a:cs typeface="Open Sans"/>
              </a:rPr>
              <a:t>observe all traffic before relaying it and </a:t>
            </a:r>
            <a:r>
              <a:rPr lang="en-GB" sz="2000" dirty="0">
                <a:solidFill>
                  <a:srgbClr val="3F3F3F"/>
                </a:solidFill>
                <a:latin typeface="Open Sans"/>
                <a:ea typeface="Open Sans"/>
                <a:cs typeface="Open Sans"/>
              </a:rPr>
              <a:t>modify or block it.</a:t>
            </a:r>
            <a:endParaRPr lang="en-IN" sz="2000" dirty="0">
              <a:solidFill>
                <a:srgbClr val="3F3F3F"/>
              </a:solidFill>
              <a:latin typeface="Open Sans"/>
              <a:ea typeface="Open Sans"/>
              <a:cs typeface="Open Sans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rgbClr val="3F3F3F"/>
                </a:solidFill>
                <a:latin typeface="Open Sans"/>
                <a:ea typeface="Open Sans"/>
                <a:cs typeface="Open Sans"/>
              </a:rPr>
              <a:t>To the target host, it appears that communication is occurring normally since all expected replies are received</a:t>
            </a:r>
            <a:r>
              <a:rPr lang="en-US" sz="2000" dirty="0">
                <a:solidFill>
                  <a:srgbClr val="3F3F3F"/>
                </a:solidFill>
                <a:latin typeface="Open Sans"/>
                <a:ea typeface="Open Sans"/>
                <a:cs typeface="Open Sans"/>
              </a:rPr>
              <a:t>.</a:t>
            </a:r>
            <a:endParaRPr lang="en-IN" sz="2000" dirty="0">
              <a:solidFill>
                <a:srgbClr val="3F3F3F"/>
              </a:solidFill>
              <a:latin typeface="Open Sans"/>
              <a:ea typeface="Open Sans"/>
              <a:cs typeface="Open Sans"/>
            </a:endParaRP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06273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80323-1B1E-972F-4F0A-515E9959E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Methodology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8F6B1-F413-68E4-1402-22B43E370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7" y="864108"/>
            <a:ext cx="7579393" cy="5120640"/>
          </a:xfrm>
        </p:spPr>
        <p:txBody>
          <a:bodyPr/>
          <a:lstStyle/>
          <a:p>
            <a:r>
              <a:rPr lang="en-IN" dirty="0"/>
              <a:t>Kali Linux Nmap Scan- Nmap scanning is done on target machine for detecting services on open ports, detailed </a:t>
            </a:r>
            <a:r>
              <a:rPr lang="en-IN" dirty="0" err="1"/>
              <a:t>output,and</a:t>
            </a:r>
            <a:r>
              <a:rPr lang="en-IN" dirty="0"/>
              <a:t> detect target OS </a:t>
            </a:r>
          </a:p>
          <a:p>
            <a:r>
              <a:rPr lang="en-IN" dirty="0"/>
              <a:t>Metasploit Setup- Use Metasploit(</a:t>
            </a:r>
            <a:r>
              <a:rPr lang="en-IN" dirty="0" err="1"/>
              <a:t>msfvconsole</a:t>
            </a:r>
            <a:r>
              <a:rPr lang="en-IN" dirty="0"/>
              <a:t> ) to use exploit Set payload, configure target and attacker IP and finally </a:t>
            </a:r>
            <a:r>
              <a:rPr lang="en-GB" dirty="0"/>
              <a:t>run exploit to gain </a:t>
            </a:r>
            <a:r>
              <a:rPr lang="en-GB" dirty="0" err="1"/>
              <a:t>meterpreter</a:t>
            </a:r>
            <a:r>
              <a:rPr lang="en-GB" dirty="0"/>
              <a:t> session .</a:t>
            </a:r>
          </a:p>
          <a:p>
            <a:r>
              <a:rPr lang="en-IN" dirty="0"/>
              <a:t>Better cap for MITM- Start </a:t>
            </a:r>
            <a:r>
              <a:rPr lang="en-IN" dirty="0" err="1"/>
              <a:t>Bettercap</a:t>
            </a:r>
            <a:r>
              <a:rPr lang="en-IN" dirty="0"/>
              <a:t>, enabled network probing configured ARP spoofing  to capture network traffic.</a:t>
            </a:r>
          </a:p>
          <a:p>
            <a:r>
              <a:rPr lang="en-IN" dirty="0"/>
              <a:t>Pinged a site to generate traffic , then checked the ARP table on target.</a:t>
            </a:r>
          </a:p>
          <a:p>
            <a:r>
              <a:rPr lang="en-IN" dirty="0"/>
              <a:t>Monitored system resources </a:t>
            </a:r>
          </a:p>
        </p:txBody>
      </p:sp>
    </p:spTree>
    <p:extLst>
      <p:ext uri="{BB962C8B-B14F-4D97-AF65-F5344CB8AC3E}">
        <p14:creationId xmlns:p14="http://schemas.microsoft.com/office/powerpoint/2010/main" val="7418777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A1D44-F50F-FBE4-53A3-130198513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983878"/>
            <a:ext cx="2947482" cy="4601183"/>
          </a:xfrm>
        </p:spPr>
        <p:txBody>
          <a:bodyPr/>
          <a:lstStyle/>
          <a:p>
            <a:r>
              <a:rPr lang="en-GB" dirty="0"/>
              <a:t>Conclusions and Future Discussions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8DA82-6901-0039-B62F-908923412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177282"/>
            <a:ext cx="7315200" cy="5807466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  Conclusion</a:t>
            </a:r>
            <a:r>
              <a:rPr lang="en-GB" dirty="0"/>
              <a:t> </a:t>
            </a:r>
          </a:p>
          <a:p>
            <a:r>
              <a:rPr lang="en-GB" dirty="0"/>
              <a:t>Nmap proved to be an invaluable tool for network discovery and vulnerability assessment, while Better cap effectively demonstrated various MITM attack techniques and allowed us to simulate real-world attacks.</a:t>
            </a:r>
          </a:p>
          <a:p>
            <a:r>
              <a:rPr lang="en-GB" dirty="0"/>
              <a:t>Usage of these tools highlighted several potential vulnerabilities in network configurations and traffic management.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/>
              <a:t>Future Discussions</a:t>
            </a:r>
          </a:p>
          <a:p>
            <a:r>
              <a:rPr lang="en-IN" dirty="0"/>
              <a:t>Enhancing Security Measures</a:t>
            </a:r>
            <a:endParaRPr lang="en-GB" dirty="0"/>
          </a:p>
          <a:p>
            <a:r>
              <a:rPr lang="en-IN" dirty="0"/>
              <a:t>Expanding Tool Utilization </a:t>
            </a:r>
          </a:p>
          <a:p>
            <a:r>
              <a:rPr lang="en-IN" dirty="0"/>
              <a:t>Training and Awareness Programs </a:t>
            </a:r>
          </a:p>
          <a:p>
            <a:r>
              <a:rPr lang="en-IN" dirty="0"/>
              <a:t>Regular Audits and Reviews</a:t>
            </a:r>
            <a:endParaRPr lang="en-GB" dirty="0"/>
          </a:p>
          <a:p>
            <a:pPr marL="0" indent="0">
              <a:buNone/>
            </a:pPr>
            <a:endParaRPr lang="en-GB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580019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227</TotalTime>
  <Words>386</Words>
  <Application>Microsoft Office PowerPoint</Application>
  <PresentationFormat>Widescreen</PresentationFormat>
  <Paragraphs>45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Corbel</vt:lpstr>
      <vt:lpstr>Open Sans</vt:lpstr>
      <vt:lpstr>Wingdings 2</vt:lpstr>
      <vt:lpstr>Frame</vt:lpstr>
      <vt:lpstr>Network Security through Nmap and performing MITM attack using Bettercap </vt:lpstr>
      <vt:lpstr>Introduction </vt:lpstr>
      <vt:lpstr>Objectives</vt:lpstr>
      <vt:lpstr>Organization Structure </vt:lpstr>
      <vt:lpstr>About Network security and MITM </vt:lpstr>
      <vt:lpstr>Methodology </vt:lpstr>
      <vt:lpstr>Conclusions and Future Discussions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Sparsh Roy</dc:creator>
  <cp:lastModifiedBy>Sparsh Roy</cp:lastModifiedBy>
  <cp:revision>3</cp:revision>
  <dcterms:created xsi:type="dcterms:W3CDTF">2024-11-22T09:26:22Z</dcterms:created>
  <dcterms:modified xsi:type="dcterms:W3CDTF">2024-11-22T13:13:29Z</dcterms:modified>
</cp:coreProperties>
</file>